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492240"/>
            <a:ext cx="1143000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Nama Dokumen / Proyek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Slide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457200" cy="9144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JUDUL UTAMA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Subjudul atau Tagline Deskriptif di Sini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Nama Penyaji  |  Organisasi  |  Bulan Tahun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120640" y="292608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Pertama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120640" y="361188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Deskripsi singkat tentang topik yang akan dibahas pada bagian ini.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Dua Kolom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Teks di kiri, visual atau gambar di kanan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5486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Paragraf pembuka.
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Tulis ide utama Anda di sini. Layout ini cocok untuk menjelaskan konsep yang membutuhkan ilustrasi visual pendamping.
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Poin pendukung pertama.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Penjelasan singkat untuk poin ini.
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Poin pendukung kedua.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Penjelasan singkat untuk poin ini.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1371600"/>
            <a:ext cx="5394960" cy="4846320"/>
          </a:xfrm>
          <a:prstGeom prst="roundRect">
            <a:avLst>
              <a:gd name="adj" fmla="val 2830"/>
            </a:avLst>
          </a:prstGeom>
          <a:solidFill>
            <a:srgbClr val="F1F5F9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0" y="36576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 Tempat Gambar atau Diagram 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Pilar Utama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Daftar dengan icon dalam lingkaran berwarna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5448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Pertama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874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Penjelasan singkat tentang pilar atau pilar pertama.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06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Kedua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017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Penjelasan singkat tentang pilar kedua.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49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554480" y="3794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Ketiga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Penjelasan singkat tentang pilar ketiga.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89204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92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5448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Keempat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Penjelasan singkat tentang pilar keempat.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Penting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Big number callouts untuk metrik kunci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566160" cy="320040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688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1783080" y="4206240"/>
            <a:ext cx="914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891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Label metrik pertama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011680"/>
            <a:ext cx="3566160" cy="320040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4688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12x</a:t>
            </a:r>
            <a:endParaRPr lang="en-US" sz="7200" dirty="0"/>
          </a:p>
        </p:txBody>
      </p:sp>
      <p:sp>
        <p:nvSpPr>
          <p:cNvPr id="10" name="Shape 8"/>
          <p:cNvSpPr/>
          <p:nvPr/>
        </p:nvSpPr>
        <p:spPr>
          <a:xfrm>
            <a:off x="5623560" y="4206240"/>
            <a:ext cx="914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43891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Label metrik kedua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2011680"/>
            <a:ext cx="3566160" cy="320040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4688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3.4M</a:t>
            </a:r>
            <a:endParaRPr lang="en-US" sz="7200" dirty="0"/>
          </a:p>
        </p:txBody>
      </p:sp>
      <p:sp>
        <p:nvSpPr>
          <p:cNvPr id="14" name="Shape 12"/>
          <p:cNvSpPr/>
          <p:nvPr/>
        </p:nvSpPr>
        <p:spPr>
          <a:xfrm>
            <a:off x="9464040" y="4206240"/>
            <a:ext cx="914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43891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Label metrik ketiga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Dua Kali Dua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Empat kotak konten dengan ukuran setara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57784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55778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Quadrant Pertama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Deskripsi singkat untuk kuadran ini.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57784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463040"/>
            <a:ext cx="55778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91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Quadrant Kedua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Deskripsi singkat untuk kuadran ini.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557784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86200"/>
            <a:ext cx="55778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1148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Quadrant Ketiga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Deskripsi singkat untuk kuadran ini.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886200"/>
            <a:ext cx="557784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886200"/>
            <a:ext cx="55778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1148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Quadrant Keempat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466344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Deskripsi singkat untuk kuadran ini.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Proses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Lima tahapan dengan koneksi visual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3017520"/>
            <a:ext cx="1033272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560320"/>
            <a:ext cx="1005840" cy="1005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60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114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Deskripsi tahap pertama.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2560320"/>
            <a:ext cx="1005840" cy="1005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560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28600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4114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Deskripsi tahap kedua.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0" y="2560320"/>
            <a:ext cx="1005840" cy="1005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2560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4114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Deskripsi tahap ketiga.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98080" y="2560320"/>
            <a:ext cx="1005840" cy="1005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2560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5800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4114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Deskripsi tahap keempat.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784080" y="2560320"/>
            <a:ext cx="1005840" cy="1005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0" y="2560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14400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0" y="4114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Deskripsi tahap kelima.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Perbandingan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Side-by-side dengan satu kolom yang ditonjolkan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577840" cy="4754880"/>
          </a:xfrm>
          <a:prstGeom prst="roundRect">
            <a:avLst>
              <a:gd name="adj" fmla="val 1923"/>
            </a:avLst>
          </a:prstGeom>
          <a:solidFill>
            <a:srgbClr val="F8FA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 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Fitur pertama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Fitur kedua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Fitur ketiga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Fitur keempat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577840" cy="4754880"/>
          </a:xfrm>
          <a:prstGeom prst="roundRect">
            <a:avLst>
              <a:gd name="adj" fmla="val 192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0" y="128016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1280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169164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 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8368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Semua fitur Opsi 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3108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Plus fitur tambahan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3749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Performa lebih baik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4389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Dukungan premium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Diskusi dan Pertanyaan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0" y="4206240"/>
            <a:ext cx="11887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email@organisasi.id  |  +62 xxx xxxx xxxx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Skeleton Template</dc:title>
  <dc:subject>PptxGenJS Presentation</dc:subject>
  <dc:creator>Riyogarta</dc:creator>
  <cp:lastModifiedBy>Riyogarta</cp:lastModifiedBy>
  <cp:revision>1</cp:revision>
  <dcterms:created xsi:type="dcterms:W3CDTF">2026-05-20T07:56:10Z</dcterms:created>
  <dcterms:modified xsi:type="dcterms:W3CDTF">2026-05-20T07:56:10Z</dcterms:modified>
</cp:coreProperties>
</file>